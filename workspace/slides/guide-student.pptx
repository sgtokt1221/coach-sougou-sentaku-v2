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Desktop/coach-sougou-sentaku-v2/workspace/slides/bg-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322189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12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for 総合型選抜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85800" y="2218730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60"/>
              </a:spcBef>
              <a:spcAft>
                <a:spcPts val="3000"/>
              </a:spcAft>
              <a:buNone/>
            </a:pPr>
            <a:r>
              <a:rPr lang="en-US" sz="2000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生徒用スタートガイド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85800" y="2971205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AI搭載の総合型選抜対策プラットフォーム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はじめに：できること一覧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165175"/>
            <a:ext cx="4102150" cy="1190476"/>
          </a:xfrm>
          <a:prstGeom prst="roundRect">
            <a:avLst>
              <a:gd name="adj" fmla="val 8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Users/shigetaokito/Desktop/coach-sougou-sentaku-v2/workspace/slides/icon-brain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01" y="1393775"/>
            <a:ext cx="279350" cy="279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5752" y="1409551"/>
            <a:ext cx="6735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自己分析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4901" y="1800076"/>
            <a:ext cx="3666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AIワークショップで自分の強み・価値観・ビジョンを整理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60850" y="1165175"/>
            <a:ext cx="4102150" cy="1190476"/>
          </a:xfrm>
          <a:prstGeom prst="roundRect">
            <a:avLst>
              <a:gd name="adj" fmla="val 8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Users/shigetaokito/Desktop/coach-sougou-sentaku-v2/workspace/slides/icon-mic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751" y="1393775"/>
            <a:ext cx="279350" cy="2793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95602" y="1409551"/>
            <a:ext cx="6735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面接練習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14751" y="1800076"/>
            <a:ext cx="3666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AI面接官と音声で実践練習。ビデオ分析付き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81000" y="2685752"/>
            <a:ext cx="4102150" cy="1190476"/>
          </a:xfrm>
          <a:prstGeom prst="roundRect">
            <a:avLst>
              <a:gd name="adj" fmla="val 8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Users/shigetaokito/Desktop/coach-sougou-sentaku-v2/workspace/slides/icon-pen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01" y="2914352"/>
            <a:ext cx="279350" cy="2793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15752" y="2930128"/>
            <a:ext cx="8419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小論文添削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4901" y="3320653"/>
            <a:ext cx="3666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写真を撮ってAI添削。スコアとフィードバック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660850" y="2685752"/>
            <a:ext cx="4102150" cy="1190476"/>
          </a:xfrm>
          <a:prstGeom prst="roundRect">
            <a:avLst>
              <a:gd name="adj" fmla="val 8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/Users/shigetaokito/Desktop/coach-sougou-sentaku-v2/workspace/slides/icon-search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751" y="2914352"/>
            <a:ext cx="279350" cy="2793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95602" y="2930128"/>
            <a:ext cx="13402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志望校マッチング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914751" y="3320653"/>
            <a:ext cx="3666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GPAや資格からあなたに合った大学を提案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1：自己分析ワークショップ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1120527"/>
            <a:ext cx="47569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7つのステップでAIと対話しながら自分を深掘り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1000" y="143157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4556" y="1507778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2750" y="1456879"/>
            <a:ext cx="10322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価値観を見つける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1000" y="183787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4556" y="191407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2750" y="1863179"/>
            <a:ext cx="10360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強みを言語化する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1000" y="224417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4556" y="232037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750" y="2269480"/>
            <a:ext cx="1295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課題と成長ストーリー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1000" y="265048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4556" y="2726680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2750" y="2675781"/>
            <a:ext cx="11657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興味・関心の深掘り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1000" y="305678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4556" y="313298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2750" y="3082082"/>
            <a:ext cx="7732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将来ビジョン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1000" y="346308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4556" y="353928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2750" y="3488382"/>
            <a:ext cx="12769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アイデンティティ統合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1000" y="386938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4556" y="394558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2750" y="3894683"/>
            <a:ext cx="9498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AP接続文の作成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98579" y="980926"/>
            <a:ext cx="3464421" cy="3294757"/>
          </a:xfrm>
          <a:prstGeom prst="roundRect">
            <a:avLst>
              <a:gd name="adj" fmla="val 3084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76280" y="1298228"/>
            <a:ext cx="3171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完了すると...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76280" y="1634728"/>
            <a:ext cx="3109020" cy="60007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面接で使える「自分の軸」が明確に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面接評価で個別アドバイスが出る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志望理由書の土台ができる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2：AI模擬面接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04800" y="1018877"/>
            <a:ext cx="48160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使い方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4800" y="1329928"/>
            <a:ext cx="4721572" cy="707827"/>
          </a:xfrm>
          <a:prstGeom prst="roundRect">
            <a:avLst>
              <a:gd name="adj" fmla="val 143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8613" y="1329928"/>
            <a:ext cx="0" cy="707827"/>
          </a:xfrm>
          <a:prstGeom prst="line">
            <a:avLst/>
          </a:prstGeom>
          <a:noFill/>
          <a:ln w="47625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9375" y="1583829"/>
            <a:ext cx="45084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志望校・モードを選択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4800" y="2075855"/>
            <a:ext cx="4721572" cy="993577"/>
          </a:xfrm>
          <a:prstGeom prst="roundRect">
            <a:avLst>
              <a:gd name="adj" fmla="val 102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8613" y="2075855"/>
            <a:ext cx="0" cy="993577"/>
          </a:xfrm>
          <a:prstGeom prst="line">
            <a:avLst/>
          </a:prstGeom>
          <a:noFill/>
          <a:ln w="47625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375" y="2329755"/>
            <a:ext cx="45084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音声モードで開始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9375" y="2656731"/>
            <a:ext cx="4508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マイクONで話すだけ。無音検出で自動送信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800" y="3107531"/>
            <a:ext cx="4721572" cy="653951"/>
          </a:xfrm>
          <a:prstGeom prst="roundRect">
            <a:avLst>
              <a:gd name="adj" fmla="val 155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8613" y="3107531"/>
            <a:ext cx="0" cy="653951"/>
          </a:xfrm>
          <a:prstGeom prst="line">
            <a:avLst/>
          </a:prstGeom>
          <a:noFill/>
          <a:ln w="47625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375" y="3348782"/>
            <a:ext cx="4508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8〜10ターンの本格面接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4800" y="3799582"/>
            <a:ext cx="4721572" cy="993577"/>
          </a:xfrm>
          <a:prstGeom prst="roundRect">
            <a:avLst>
              <a:gd name="adj" fmla="val 102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8613" y="3799582"/>
            <a:ext cx="0" cy="993577"/>
          </a:xfrm>
          <a:prstGeom prst="line">
            <a:avLst/>
          </a:prstGeom>
          <a:noFill/>
          <a:ln w="47625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375" y="4053483"/>
            <a:ext cx="45084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結果を確認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9375" y="4380458"/>
            <a:ext cx="4508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4項目スコア＋個別アドバイス＋映像分析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78772" y="879277"/>
            <a:ext cx="3660428" cy="3951982"/>
          </a:xfrm>
          <a:prstGeom prst="roundRect">
            <a:avLst>
              <a:gd name="adj" fmla="val 2776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56473" y="1183928"/>
            <a:ext cx="3371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評価される4項目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56473" y="1510903"/>
            <a:ext cx="3305026" cy="8001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明確さ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：論理的構造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AP合致度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：志望校との整合性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熱意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：学問への関心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具体性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：エピソードの活用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56473" y="2437954"/>
            <a:ext cx="3371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映像分析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56473" y="2723704"/>
            <a:ext cx="3305026" cy="5143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アイコンタクト率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笑顔率・表情変化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姿勢安定度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3：小論文添削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184077"/>
            <a:ext cx="8290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手書き小論文をカメラで撮影 → AIが読み取り＆添削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565077"/>
            <a:ext cx="3937099" cy="2060377"/>
          </a:xfrm>
          <a:prstGeom prst="roundRect">
            <a:avLst>
              <a:gd name="adj" fmla="val 49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0626" y="1930152"/>
            <a:ext cx="35819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添削の流れ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0626" y="2285702"/>
            <a:ext cx="3511748" cy="8001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志望校・テーマを選択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小論文の写真をアップロード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OCRで文字を読み取り（確認あり）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AI添削＆スコア表示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950" y="1565077"/>
            <a:ext cx="3937099" cy="2060377"/>
          </a:xfrm>
          <a:prstGeom prst="roundRect">
            <a:avLst>
              <a:gd name="adj" fmla="val 49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1626" y="1930152"/>
            <a:ext cx="35819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評価ポイント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1626" y="2285702"/>
            <a:ext cx="3511748" cy="100012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論理的構成（序論・本論・結論）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AP合致度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独自性・オリジナリティ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文章力・表現力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弱点の自動検出＆追跡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4：志望校マッチング＆スケジュール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980926"/>
            <a:ext cx="4089350" cy="1841302"/>
          </a:xfrm>
          <a:prstGeom prst="roundRect">
            <a:avLst>
              <a:gd name="adj" fmla="val 55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50" y="1336477"/>
            <a:ext cx="37567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マッチング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4150" y="1692027"/>
            <a:ext cx="3683050" cy="8001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GPA・資格・関心分野を入力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23大学189学部から自動マッチング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大学別AP・選考方法・日程を確認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「質問で探す」機能で対話的に志望校発見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73501" y="980926"/>
            <a:ext cx="4089499" cy="1841302"/>
          </a:xfrm>
          <a:prstGeom prst="roundRect">
            <a:avLst>
              <a:gd name="adj" fmla="val 55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651" y="1336477"/>
            <a:ext cx="3756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スケジュール管理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6651" y="1692027"/>
            <a:ext cx="3683198" cy="8001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志望校の出願〜合格発表をタイムラインで表示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カウントダウン付き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月別グループ表示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次の重要日程をダッシュボードに表示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5：出願書類＆活動実績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980926"/>
            <a:ext cx="4089350" cy="2041327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50" y="1336477"/>
            <a:ext cx="37567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出願書類エディタ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4150" y="1692027"/>
            <a:ext cx="3683050" cy="100012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志望理由書・自己推薦書をオンライン作成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文字数カウント＆制限表示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AI添削（AP合致度・構成・独自性）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バージョン履歴で推敲を管理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大学別必要書類チェックリスト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73501" y="980926"/>
            <a:ext cx="4089499" cy="2041327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651" y="1336477"/>
            <a:ext cx="3756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活動実績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6651" y="1692027"/>
            <a:ext cx="3683198" cy="8001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AIヒアリングで活動を深掘り・構造化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AP別の最適な表現を自動生成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カテゴリ別に整理・管理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手動入力/AIヒアリング切替可能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効果的な使い方のコツ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968127"/>
            <a:ext cx="8382000" cy="682526"/>
          </a:xfrm>
          <a:prstGeom prst="roundRect">
            <a:avLst>
              <a:gd name="adj" fmla="val 111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Users/shigetaokito/Desktop/coach-sougou-sentaku-v2/workspace/slides/icon-check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1107728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50" y="1209377"/>
            <a:ext cx="44650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まず自己分析を完了する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面接評価で個別アドバイスが出るようになります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1000" y="1714054"/>
            <a:ext cx="8382000" cy="682526"/>
          </a:xfrm>
          <a:prstGeom prst="roundRect">
            <a:avLst>
              <a:gd name="adj" fmla="val 111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Users/shigetaokito/Desktop/coach-sougou-sentaku-v2/workspace/slides/icon-chec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853654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0850" y="1955304"/>
            <a:ext cx="41463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面接は音声モードで練習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本番に近い環境で。カメラONで態度分析も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81000" y="2459980"/>
            <a:ext cx="8382000" cy="682526"/>
          </a:xfrm>
          <a:prstGeom prst="roundRect">
            <a:avLst>
              <a:gd name="adj" fmla="val 111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/Users/shigetaokito/Desktop/coach-sougou-sentaku-v2/workspace/slides/icon-check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599581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850" y="2701230"/>
            <a:ext cx="38277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繰り返し練習する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弱点が自動追跡され、成長が可視化されます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81000" y="3205907"/>
            <a:ext cx="8382000" cy="682526"/>
          </a:xfrm>
          <a:prstGeom prst="roundRect">
            <a:avLst>
              <a:gd name="adj" fmla="val 111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3" descr="/Users/shigetaokito/Desktop/coach-sougou-sentaku-v2/workspace/slides/icon-check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345507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0850" y="3447157"/>
            <a:ext cx="34392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小論文は毎回写真で提出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手書きの練習がそのまま記録に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381000" y="3951833"/>
            <a:ext cx="8382000" cy="682526"/>
          </a:xfrm>
          <a:prstGeom prst="roundRect">
            <a:avLst>
              <a:gd name="adj" fmla="val 111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4" descr="/Users/shigetaokito/Desktop/coach-sougou-sentaku-v2/workspace/slides/icon-check-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4091434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0850" y="4193084"/>
            <a:ext cx="3166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スケジュールを常にチェック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出願締切を見逃さない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 for 総合型選抜 - 生徒ガイド</dc:title>
  <dc:subject>PptxGenJS Presentation</dc:subject>
  <dc:creator>coach for 総合型選抜</dc:creator>
  <cp:lastModifiedBy>coach for 総合型選抜</cp:lastModifiedBy>
  <cp:revision>1</cp:revision>
  <dcterms:created xsi:type="dcterms:W3CDTF">2026-03-25T01:04:51Z</dcterms:created>
  <dcterms:modified xsi:type="dcterms:W3CDTF">2026-03-25T01:04:51Z</dcterms:modified>
</cp:coreProperties>
</file>