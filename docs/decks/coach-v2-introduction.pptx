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Projects/coach-sougou-sentaku-v2/docs/decks/coach-v2-introduction/shot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2026-05-17T15:47:38Z</dcterms:created>
  <dcterms:modified xsi:type="dcterms:W3CDTF">2026-05-17T15:47:38Z</dcterms:modified>
</cp:coreProperties>
</file>